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gl8UdFNTYlUSHUOIet86zB0a8A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iagrams.net/#G1GK1UU7Pzabd4LV7BBjhtX9PNG4bh4aaa#%7B%22pageId%22%3A%22lzq7CNpHVYOPG8hWUozq%22%7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Midterm Proposal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For Meal Swipe Transaction Database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67905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CONCEPT: DATA-DRIVEN HOME PAGE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Concept: A high-efficiency "Read" interface for a peer-to-peer marketplace.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Theme: Purple-based NYU Theme, Helvetica/Arial font family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Database Logic: The homepage acts as a dynamic view of the 'Listings' table.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Goal: Streamlining the "Browse" experience by mapping normalized database attributes (Price, Swipe Count, Location) directly to UI components.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314107" y="365125"/>
            <a:ext cx="114404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Inspiration: Modular Component Architecture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Inspiration: Airbnb &amp; Online Shopping Websites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Technical Reason: Adopting a "Component-Based Architecture" where each listing card is an isolated unit consuming specific data objects.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Design Logic: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- Modular Grids: Ensures consistent layout regardless of data volume.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- Filtering UI: Navigation designed to handle sorting. 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What has been covered: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Semantic HTML: Using tags to build a meaningful document structure.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CSS Grid &amp; Flexbox: Building the responsive grid that houses the listing cards.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Box Model: Managing padding, borders, and margins to create professional spacing within the card components.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Navigation Bar Layouts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SKILLS TO LEARN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Component Styling: Learning to style complex HTML inputs like Range Sliders to match the site's visual theme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Lazy Loading and Aspect Ratio Boxes to ensure the homepage grid loads smoothly without "layout shift.“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CSS Animation &amp; Transitions: Using CSS Keyframes to create subtle entrance animations for the listing grid, making the site feel less static.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WIREFRAME FOR HOME PAGE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Global Navigation: Includes a persistent Search bar and a primary "Post Listing" button to trigger the INSERT workflow.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Advanced Filter Sidebar: Features a dual-point Price Range Slider and a multi-select Location Dropdown to refine database queries.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Listing Grid: A responsive area where ListingCards are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Calculated Value: Showing "Price per Swipe" logic calculated from the database's Price and Quantity fields.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Direct Interaction: A "Request" button that initiates the POST request to create a new row in the Transactions table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DATABASE RELATIONSHIP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User (NetID PK) -&gt; Listings (SellerID FK) [1:N]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User (NetID PK) -&gt; Transactions (BuyerID FK) [1:N]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Listings (ListingID PK) -&gt; Transactions (ListingID FK) [1:1]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Locations (LocationID PK) -&gt; Listings (MeetingLocationID FK) [1:N]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Status (StatusID PK) -&gt; Transactions (StatusID FK) [1:N]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Links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Wireframe: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https://app.diagrams.net/#G1GK1UU7Pzabd4LV7BBjhtX9PNG4bh4aaa#%7B%22pageId%22%3A%22lzq7CNpHVYOPG8hWUozq%22%7D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Database: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https://app.diagrams.net/#G1HhE3asyU0_Dhhj2ck8jrxmo0situ_u0R#%7B%22pageId%22%3A%2235LlRAEqTpsbiHs8grCQ%22%7D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宽屏</PresentationFormat>
  <Paragraphs>40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Arial</vt:lpstr>
      <vt:lpstr>Office 主题​​</vt:lpstr>
      <vt:lpstr>Midterm Proposal</vt:lpstr>
      <vt:lpstr>CONCEPT: DATA-DRIVEN HOME PAGE</vt:lpstr>
      <vt:lpstr>Inspiration: Modular Component Architecture</vt:lpstr>
      <vt:lpstr>What has been covered:</vt:lpstr>
      <vt:lpstr>SKILLS TO LEARN</vt:lpstr>
      <vt:lpstr>WIREFRAME FOR HOME PAGE</vt:lpstr>
      <vt:lpstr>DATABASE RELATIONSHIP</vt:lpstr>
      <vt:lpstr>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DidaticTag5727 Felix</dc:creator>
  <cp:lastModifiedBy>DidaticTag5727 Felix</cp:lastModifiedBy>
  <cp:revision>1</cp:revision>
  <dcterms:created xsi:type="dcterms:W3CDTF">2026-02-22T20:32:50Z</dcterms:created>
  <dcterms:modified xsi:type="dcterms:W3CDTF">2026-02-24T20:50:03Z</dcterms:modified>
</cp:coreProperties>
</file>